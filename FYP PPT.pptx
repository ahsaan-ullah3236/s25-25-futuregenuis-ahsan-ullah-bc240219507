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sldIdLst>
    <p:sldId id="336" r:id="rId2"/>
    <p:sldId id="256" r:id="rId3"/>
    <p:sldId id="337" r:id="rId4"/>
    <p:sldId id="348" r:id="rId5"/>
    <p:sldId id="345" r:id="rId6"/>
    <p:sldId id="346" r:id="rId7"/>
    <p:sldId id="347" r:id="rId8"/>
    <p:sldId id="341" r:id="rId9"/>
    <p:sldId id="260" r:id="rId10"/>
    <p:sldId id="344" r:id="rId11"/>
    <p:sldId id="349" r:id="rId12"/>
    <p:sldId id="278" r:id="rId13"/>
    <p:sldId id="284" r:id="rId14"/>
    <p:sldId id="350" r:id="rId15"/>
    <p:sldId id="351" r:id="rId16"/>
    <p:sldId id="352" r:id="rId17"/>
    <p:sldId id="353" r:id="rId18"/>
    <p:sldId id="354" r:id="rId19"/>
    <p:sldId id="355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039" autoAdjust="0"/>
    <p:restoredTop sz="94664" autoAdjust="0"/>
  </p:normalViewPr>
  <p:slideViewPr>
    <p:cSldViewPr>
      <p:cViewPr>
        <p:scale>
          <a:sx n="100" d="100"/>
          <a:sy n="100" d="100"/>
        </p:scale>
        <p:origin x="-124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28BC4-2150-4CEC-946B-C3733AEF550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60703-4B9D-4701-AE8F-61EA242F4FB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B34-FD95-4522-BF53-049318C2915A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FB8A1-8D42-4385-9915-2C502568CC2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C4E9E-39CE-42F1-9401-17890887CA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0EBB5-50A4-4180-9F81-519AC93E4B4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086B0A-E91F-4B01-82C7-BABDDAF0275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889D1-869A-4922-BA33-30FE721C9CE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1FEAC8A-AD0C-4792-991A-4906F1C46AF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3D979-3543-4296-9402-07B3F7250B21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FD5B-9D68-4316-B5BE-064B079743D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5421926-C2F8-4753-80FA-A5BC7143600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 descr="t3">
            <a:extLst>
              <a:ext uri="{FF2B5EF4-FFF2-40B4-BE49-F238E27FC236}">
                <a16:creationId xmlns="" xmlns:a16="http://schemas.microsoft.com/office/drawing/2014/main" id="{466EBDBF-58DC-4B23-952A-126F2B9C6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="" xmlns:a16="http://schemas.microsoft.com/office/drawing/2014/main" id="{C851B1F8-B4D0-47D8-9705-74B06F258CA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066800"/>
            <a:ext cx="8001000" cy="27432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sz="6000" dirty="0" smtClean="0">
                <a:solidFill>
                  <a:schemeClr val="tx1"/>
                </a:solidFill>
              </a:rPr>
              <a:t>Web Accessible Form Builder Application</a:t>
            </a:r>
            <a:br>
              <a:rPr lang="en-US" sz="6000" dirty="0" smtClean="0">
                <a:solidFill>
                  <a:schemeClr val="tx1"/>
                </a:solidFill>
              </a:rPr>
            </a:br>
            <a:endParaRPr lang="en-US" sz="5900" dirty="0">
              <a:solidFill>
                <a:schemeClr val="tx1"/>
              </a:solidFill>
            </a:endParaRPr>
          </a:p>
        </p:txBody>
      </p:sp>
      <p:pic>
        <p:nvPicPr>
          <p:cNvPr id="3075" name="Picture 6" descr="C:\Users\usman.waheed\Desktop\vulogo.jpg">
            <a:extLst>
              <a:ext uri="{FF2B5EF4-FFF2-40B4-BE49-F238E27FC236}">
                <a16:creationId xmlns="" xmlns:a16="http://schemas.microsoft.com/office/drawing/2014/main" id="{3B92A48F-826A-409E-A910-5336CC56B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029200"/>
            <a:ext cx="2014538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="" xmlns:a16="http://schemas.microsoft.com/office/drawing/2014/main" id="{57AA6427-5186-4625-9436-7689636BE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5900" dirty="0"/>
              <a:t>Group Members Introduction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="" xmlns:a16="http://schemas.microsoft.com/office/drawing/2014/main" id="{4DE933AF-0874-43B2-B24B-993E7C5070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514600"/>
            <a:ext cx="8229600" cy="1077218"/>
          </a:xfrm>
        </p:spPr>
        <p:txBody>
          <a:bodyPr>
            <a:spAutoFit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/>
              <a:t>Name :      </a:t>
            </a:r>
            <a:r>
              <a:rPr lang="en-US" dirty="0" err="1" smtClean="0"/>
              <a:t>Ahsan</a:t>
            </a:r>
            <a:r>
              <a:rPr lang="en-US" dirty="0" smtClean="0"/>
              <a:t> </a:t>
            </a:r>
            <a:r>
              <a:rPr lang="en-US" dirty="0" err="1" smtClean="0"/>
              <a:t>Ullah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Vu Id :      Bc240219507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Accessible Form 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sz="2400" dirty="0" smtClean="0"/>
              <a:t>Web-based form builder for creating, managing, and sharing forms.</a:t>
            </a:r>
            <a:r>
              <a:rPr lang="en-US" sz="2400" dirty="0" smtClean="0">
                <a:solidFill>
                  <a:srgbClr val="555555"/>
                </a:solidFill>
              </a:rPr>
              <a:t>
</a:t>
            </a:r>
            <a:r>
              <a:rPr lang="en-US" sz="2400" dirty="0" smtClean="0"/>
              <a:t>Designed similar to Google Forms.
Accessible for all users, including Persons with Disabilities (PWD).
Follows web accessibility standards.</a:t>
            </a:r>
          </a:p>
          <a:p>
            <a:pPr>
              <a:spcBef>
                <a:spcPct val="50000"/>
              </a:spcBef>
            </a:pPr>
            <a:r>
              <a:rPr lang="en-US" sz="2400" dirty="0" smtClean="0"/>
              <a:t>Supports forms for surveys, feedback, and registrations.</a:t>
            </a:r>
          </a:p>
          <a:p>
            <a:pPr>
              <a:spcBef>
                <a:spcPct val="50000"/>
              </a:spcBef>
            </a:pPr>
            <a:endParaRPr lang="en-US" sz="2400" dirty="0" smtClean="0"/>
          </a:p>
          <a:p>
            <a:pPr>
              <a:spcBef>
                <a:spcPct val="50000"/>
              </a:spcBef>
            </a:pPr>
            <a:endParaRPr lang="en-US" sz="2400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</a:t>
            </a:r>
          </a:p>
          <a:p>
            <a:r>
              <a:rPr lang="en-US" dirty="0" smtClean="0"/>
              <a:t>CSS</a:t>
            </a:r>
          </a:p>
          <a:p>
            <a:r>
              <a:rPr lang="en-US" dirty="0" smtClean="0"/>
              <a:t>JavaScript</a:t>
            </a:r>
          </a:p>
          <a:p>
            <a:r>
              <a:rPr lang="en-US" dirty="0" smtClean="0"/>
              <a:t>Bootstrap (UI Framework)</a:t>
            </a:r>
          </a:p>
          <a:p>
            <a:r>
              <a:rPr lang="en-US" dirty="0" err="1" smtClean="0"/>
              <a:t>MySQL</a:t>
            </a:r>
            <a:r>
              <a:rPr lang="en-US" dirty="0" smtClean="0"/>
              <a:t> Database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Purpose and Importance of the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design a user-friendly and accessible form builder application.</a:t>
            </a:r>
          </a:p>
          <a:p>
            <a:r>
              <a:rPr lang="en-US" dirty="0" smtClean="0"/>
              <a:t>To allow users to create customizable forms using different input fields.</a:t>
            </a:r>
          </a:p>
          <a:p>
            <a:r>
              <a:rPr lang="en-US" dirty="0" smtClean="0"/>
              <a:t>To provide a preview option before publishing the form.</a:t>
            </a:r>
          </a:p>
          <a:p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of Accessibility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system is designed according to web accessibility principles.</a:t>
            </a:r>
          </a:p>
          <a:p>
            <a:r>
              <a:rPr lang="en-US" dirty="0" smtClean="0"/>
              <a:t>The interface is designed to be responsive and accessible on both desktop and mobile devices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system provides clear form labels and simple navigation so users can easily understand and use the application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47">
            <a:extLst>
              <a:ext uri="{FF2B5EF4-FFF2-40B4-BE49-F238E27FC236}">
                <a16:creationId xmlns="" xmlns:a16="http://schemas.microsoft.com/office/drawing/2014/main" id="{F2093D80-B890-4A6A-AB90-367C37861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295400"/>
            <a:ext cx="487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139312" name="Text Box 48">
            <a:extLst>
              <a:ext uri="{FF2B5EF4-FFF2-40B4-BE49-F238E27FC236}">
                <a16:creationId xmlns="" xmlns:a16="http://schemas.microsoft.com/office/drawing/2014/main" id="{56788485-DDB2-40FE-8289-6710CF3ED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8077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sz="2400" b="1" dirty="0">
              <a:latin typeface="Tahoma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Main Interface of the Application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973634"/>
            <a:ext cx="8229600" cy="4312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176997"/>
            <a:ext cx="2212848" cy="499404"/>
          </a:xfrm>
        </p:spPr>
        <p:txBody>
          <a:bodyPr/>
          <a:lstStyle/>
          <a:p>
            <a:r>
              <a:rPr lang="en-US" dirty="0" smtClean="0"/>
              <a:t>Index.php code 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1792288" y="5867400"/>
            <a:ext cx="5486400" cy="15240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17880" r="17880"/>
          <a:stretch>
            <a:fillRect/>
          </a:stretch>
        </p:blipFill>
        <p:spPr bwMode="auto">
          <a:xfrm rot="273601">
            <a:off x="2653534" y="928044"/>
            <a:ext cx="5888671" cy="4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="" xmlns:a16="http://schemas.microsoft.com/office/drawing/2014/main" id="{51457737-32CC-46E4-801D-597C758CC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User Registration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48483" name="Rectangle 3">
            <a:extLst>
              <a:ext uri="{FF2B5EF4-FFF2-40B4-BE49-F238E27FC236}">
                <a16:creationId xmlns="" xmlns:a16="http://schemas.microsoft.com/office/drawing/2014/main" id="{1C56647B-B937-40B8-935A-6B3FCCD92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981200"/>
            <a:ext cx="7772400" cy="144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77724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Frontend And Backend Code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688255"/>
            <a:ext cx="4038600" cy="2899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648200" y="2847710"/>
            <a:ext cx="4038600" cy="2580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over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="" xmlns:a16="http://schemas.microsoft.com/office/drawing/2014/main" id="{1B6CB8D3-E393-4CE8-BD8C-96F49FC2C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Admin Login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3251" name="Rectangle 3">
            <a:extLst>
              <a:ext uri="{FF2B5EF4-FFF2-40B4-BE49-F238E27FC236}">
                <a16:creationId xmlns="" xmlns:a16="http://schemas.microsoft.com/office/drawing/2014/main" id="{26F4FB4A-C771-4A2F-A55F-6ADA23B8FD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144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11268" name="Rectangle 5">
            <a:extLst>
              <a:ext uri="{FF2B5EF4-FFF2-40B4-BE49-F238E27FC236}">
                <a16:creationId xmlns="" xmlns:a16="http://schemas.microsoft.com/office/drawing/2014/main" id="{838C267F-5049-404E-9AF8-6BF40836C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00200"/>
            <a:ext cx="82296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Frontend And Backend Code</a:t>
            </a:r>
            <a:endParaRPr lang="en-US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888676"/>
            <a:ext cx="4038600" cy="2498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648200" y="3333221"/>
            <a:ext cx="4038600" cy="160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Admin Panel Dashboard 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2655698"/>
            <a:ext cx="8229600" cy="2948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47800" y="4267200"/>
            <a:ext cx="5486400" cy="5667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1792288" y="4419600"/>
            <a:ext cx="5486400" cy="15240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idx="1"/>
          </p:nvPr>
        </p:nvSpPr>
        <p:spPr/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1000"/>
            <a:ext cx="8153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Creator</a:t>
            </a:r>
            <a:endParaRPr lang="en-US" dirty="0"/>
          </a:p>
        </p:txBody>
      </p:sp>
      <p:pic>
        <p:nvPicPr>
          <p:cNvPr id="819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80874" y="1935163"/>
            <a:ext cx="8182251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762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8229600" cy="4620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762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9496" y="1143000"/>
            <a:ext cx="806500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3867912"/>
          </a:xfrm>
        </p:spPr>
        <p:txBody>
          <a:bodyPr/>
          <a:lstStyle/>
          <a:p>
            <a:pPr algn="ctr"/>
            <a:r>
              <a:rPr lang="en-US" b="1" dirty="0" smtClean="0"/>
              <a:t>Thank you for your valuable </a:t>
            </a:r>
            <a:r>
              <a:rPr lang="en-US" b="1" dirty="0" smtClean="0"/>
              <a:t>           time </a:t>
            </a:r>
            <a:r>
              <a:rPr lang="en-US" b="1" dirty="0" smtClean="0"/>
              <a:t>and </a:t>
            </a:r>
            <a:r>
              <a:rPr lang="en-US" b="1" dirty="0" smtClean="0"/>
              <a:t>attention.</a:t>
            </a:r>
            <a:endParaRPr lang="en-US" b="1" dirty="0"/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2099</TotalTime>
  <Words>159</Words>
  <Application>Microsoft Office PowerPoint</Application>
  <PresentationFormat>On-screen Show (4:3)</PresentationFormat>
  <Paragraphs>29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Slide 1</vt:lpstr>
      <vt:lpstr>Web Accessible Form Builder Application </vt:lpstr>
      <vt:lpstr>Group Members Introduction</vt:lpstr>
      <vt:lpstr>Web Accessible Form Builder</vt:lpstr>
      <vt:lpstr>Technologies Used</vt:lpstr>
      <vt:lpstr>Purpose and Importance of the Project</vt:lpstr>
      <vt:lpstr>Importance of Accessibility</vt:lpstr>
      <vt:lpstr>Main Interface of the Application</vt:lpstr>
      <vt:lpstr>Index.php code </vt:lpstr>
      <vt:lpstr>User Registration </vt:lpstr>
      <vt:lpstr>Frontend And Backend Code</vt:lpstr>
      <vt:lpstr>Admin Login </vt:lpstr>
      <vt:lpstr>Frontend And Backend Code</vt:lpstr>
      <vt:lpstr>Project Admin Panel Dashboard </vt:lpstr>
      <vt:lpstr>Slide 15</vt:lpstr>
      <vt:lpstr>Form Creator</vt:lpstr>
      <vt:lpstr>Slide 17</vt:lpstr>
      <vt:lpstr>Slide 18</vt:lpstr>
      <vt:lpstr>Thank you for your valuable            time and attention.</vt:lpstr>
    </vt:vector>
  </TitlesOfParts>
  <Company>VU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 us Play Chess Online</dc:title>
  <dc:creator>MUHAMMAD HARIS SIDDIQUI</dc:creator>
  <cp:lastModifiedBy>MG</cp:lastModifiedBy>
  <cp:revision>143</cp:revision>
  <dcterms:created xsi:type="dcterms:W3CDTF">2007-02-24T01:41:18Z</dcterms:created>
  <dcterms:modified xsi:type="dcterms:W3CDTF">2026-03-09T15:26:45Z</dcterms:modified>
</cp:coreProperties>
</file>